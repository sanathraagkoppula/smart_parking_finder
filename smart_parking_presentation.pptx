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49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real-world IoT system that tells drivers which parking slots are free in real time, ending the "10 rounds around the market"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"fix my itch" problem selected for the SDLC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detect, sync, display, navigate. End-to-end from physical sensor to phone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Each layer has two components. The WiFi hop is the only wireless step — everything else is wired or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voltage divider on every Echo pin is mandatory. HC-SR04 outputs 5V but ESP32 GPIO is only 3.3V-tolerant. Skipping it causes gradual pin damage. 1kΩ + 2kΩ gives exactly 3.33V at the junction.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clean layers. No React framework needed — plain HTML keeps it portable. Anyone can open the file in Chrome and see live data immediately without any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moment: click a green slot card → browser asks for location permission → Google Maps opens with turn-by-turn directions to that exact parking spot. That is the WOW feature for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SDLC subject mark. Walk through each phase confidently. Emphasize FR vs NFR in requirements — this shows software engineering understanding. The "known gap" in deployment is good — it shows you understand production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slide while doing the live demo on the laptop. Point to the serial monitor output from your actual testing session — the slot6 FILLED line is the money shot proving end-to-end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in 2 minutes. Mention the known limitation — open DB rules — as a planned production hardening step. Offer to do a live demo showing the slot flipping on the serial monitor and dashboard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3141" y="164592"/>
            <a:ext cx="1645920" cy="164592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 txBox="1"/>
          <p:nvPr/>
        </p:nvSpPr>
        <p:spPr>
          <a:xfrm>
            <a:off x="3749040" y="347472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🅿️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88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Parking Finder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Real-Time Parking Slot Monitor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31012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310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331012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3310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HC-SR04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331012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3310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3310128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3310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SDLC Project  ·  B.Tech CSE (Cybersecurity)  ·  SR University, Hyderabad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 The Problem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772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8686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10+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568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Rounds around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just to find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empty slot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777240"/>
            <a:ext cx="2651760" cy="886968"/>
          </a:xfrm>
          <a:prstGeom prst="roundRect">
            <a:avLst>
              <a:gd name="adj" fmla="val 1030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82696" y="8686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Wasted Time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82696" y="11430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15–20 min spent searching for parking before entering the market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9320" y="777240"/>
            <a:ext cx="2651760" cy="886968"/>
          </a:xfrm>
          <a:prstGeom prst="roundRect">
            <a:avLst>
              <a:gd name="adj" fmla="val 1030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17336" y="8686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⛽ Fuel Waste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17336" y="11430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Unnecessary rounds burn fuel and increase CO₂ emissions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801368"/>
            <a:ext cx="2651760" cy="886968"/>
          </a:xfrm>
          <a:prstGeom prst="roundRect">
            <a:avLst>
              <a:gd name="adj" fmla="val 1030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82696" y="189280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😤 Frustration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282696" y="216712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visibility into which slots are occupied vs free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1801368"/>
            <a:ext cx="2651760" cy="886968"/>
          </a:xfrm>
          <a:prstGeom prst="roundRect">
            <a:avLst>
              <a:gd name="adj" fmla="val 1030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17336" y="189280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🚦 Congestion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17336" y="216712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Circling vehicles block lanes and slow down all traffic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834640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0C1A1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2871216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 smart city needs smart parking — real-time visibility eliminates the guesswork."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Our Solution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7498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IoT system that detects slot occupancy in real-time and displays it on a live web dashboard — so drivers know exactly where to park before they arrive.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173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29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Detection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4086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HC-SR04 sensors detect a car in &lt;2 sec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977640"/>
            <a:ext cx="199339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132588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2032" y="14173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2029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Sync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34086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pushes data to Firebase over WiFi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42032" y="3977640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132588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72584" y="14173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029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234086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Color-coded live web dashboard for all 6 slots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72584" y="3977640"/>
            <a:ext cx="19933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32588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03136" y="14173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0299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94576" y="234086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 free slot → Google Maps turn-by-turn directions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03136" y="3977640"/>
            <a:ext cx="1993392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 System Architecture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7772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Layer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61872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6× HC-SR04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Ultrasonic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2798064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Voltage Divider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1kΩ + 2kΩ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Echo pin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1828800"/>
            <a:ext cx="530352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18745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0" y="777240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7772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5176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1261872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DevKit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Core 240MHz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WiFi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51760" y="2633472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0" y="2798064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Arduino Firmware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Filter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Hysteresis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0520" y="1828800"/>
            <a:ext cx="530352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18745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WiFi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83480" y="777240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7772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8348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74920" y="1261872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Singapore region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83480" y="2633472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2798064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Auth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structure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/parking/slotN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1828800"/>
            <a:ext cx="530352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8745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0" y="777240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0" y="7772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0" y="109728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1261872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+ JS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listener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0" y="2633472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06640" y="2798064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Directions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navigation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767328"/>
            <a:ext cx="8503920" cy="411480"/>
          </a:xfrm>
          <a:prstGeom prst="roundRect">
            <a:avLst>
              <a:gd name="adj" fmla="val 22222"/>
            </a:avLst>
          </a:prstGeom>
          <a:solidFill>
            <a:srgbClr val="0D1B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1480" y="3803904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→ ESP32 (Arduino/C++) → WiFi → Firebase Realtime DB → Web Dashboard → Google Maps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Hardware Components  (Bill of Materials)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8686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🔲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886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DevKit V1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1161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Qty: ×1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141732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240MHz dual-core · Built-in WiFi &amp; BT · 3.3V GPIO · ADC-capable pins for Echo lines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8686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886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HC-SR04 Ultrasonic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1161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Qty: ×6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41732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2cm–400cm range · Outputs 5V Echo · Trig: direct to GPIO · Echo: via voltage divider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8686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793992" y="886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Voltage Divider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93992" y="1161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Qty: ×6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141732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1kΩ in series + 2kΩ to GND per Echo pin · Steps 5V → 3.33V safe for ESP32 GPIO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24028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" y="23317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5V Power Supply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Qty: ×1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" y="288036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 ESP32 via VIN (USB or adapter) · ESP32 VIN rail powers all 6 sensors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224028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55848" y="23317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🧱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3867912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Breadboard + Wires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67912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Qty: ×1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355848" y="288036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Prototyping breadboard · Shared power rails for VCC and GND across all sensors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224028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81928" y="23317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6793992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Red/Green LEDs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93992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Qty: ×6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281928" y="288036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physical indicator on physical demo model · Red=Filled, Green=Available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Software Stack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2724912" cy="3401568"/>
          </a:xfrm>
          <a:prstGeom prst="roundRect">
            <a:avLst>
              <a:gd name="adj" fmla="val 335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8595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Firmware Layer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9768" y="116128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Arduino IDE + C++  (ESP32)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" y="1389888"/>
            <a:ext cx="23317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" y="148132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HC-SR04 median filter — 5 samples, picks the middle value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20025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Hysteresis: ENTER_CM 12 → filled, EXIT_CM 18 → empty (prevents flicker)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29768" y="252374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Write-on-change — Firebase push only when status actually changes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29768" y="304495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Mobizt Firebase library for ESP32 anonymous sign-in + RTDB writes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724912" cy="3401568"/>
          </a:xfrm>
          <a:prstGeom prst="roundRect">
            <a:avLst>
              <a:gd name="adj" fmla="val 335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10128" y="8595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Cloud Layer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10128" y="116128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Realtime Database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0128" y="1389888"/>
            <a:ext cx="23317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10128" y="148132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Project: smart-parking-60cdf  ·  Region: asia-southeast1 (Singapore)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20025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Anonymous Authentication enabled for ESP32 sign-in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252374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JSON path: /parking/slot1 → { status, distance, slot, updated }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310128" y="304495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Security rules: read/write true for dev → lock to auth!=null for production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777240"/>
            <a:ext cx="2724912" cy="3401568"/>
          </a:xfrm>
          <a:prstGeom prst="roundRect">
            <a:avLst>
              <a:gd name="adj" fmla="val 335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0488" y="8595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Frontend Layer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90488" y="116128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+ Vanilla JS + Firebase SDK v9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0488" y="1389888"/>
            <a:ext cx="23317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90488" y="148132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db.ref("/parking").on("value") — live listener, zero polling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190488" y="20025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Zone selector: All · North Wing · South Wing · Main Gate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190488" y="252374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📍 Get Directions button: gets GPS → opens Google Maps to slot coords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190488" y="3044952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Responsive design — works on desktop, tablet, and mobile browsers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 Key Features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8503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🔴🟢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12527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Slot Status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8056" y="1527048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slot card updates within 1–2 seconds. Green ✅ = Available, Red 🚗 = Filled. No page refresh needed — Firebase listener fires on every change.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8503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374136" y="12527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Location Filter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74136" y="1527048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zones (North Wing, South Wing, Main Gate). Selecting a zone filters cards AND recalculates the summary bar for that zone only.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77724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8503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125272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 Directions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00216" y="1527048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"Get Directions" on any free slot. Browser requests your GPS location then opens turn-by-turn Maps navigation from you to that exact slot.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" y="2313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" y="271576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Summary Bar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" y="2990088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shows Total / Available / Filled count for the selected zone. Overview mini-cards show each zone's free count at a glance.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24028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2313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374136" y="271576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Reliable Detection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374136" y="2990088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filter (5 samples) eliminates noise. Hysteresis (12cm / 18cm thresholds) prevents rapid filled↔empty flicker at the boundary.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2240280"/>
            <a:ext cx="2788920" cy="1353312"/>
          </a:xfrm>
          <a:prstGeom prst="roundRect">
            <a:avLst>
              <a:gd name="adj" fmla="val 67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2313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300216" y="2715768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00216" y="2990088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adapts to desktop, tablet, and phone. No app install — just open the HTML file in any browser. Works offline once loaded.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SDLC Phases Applied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8503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886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234440"/>
            <a:ext cx="2560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" y="130759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Identified real problem: drivers waste 15–20 min searching for parking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15636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Scope defined: 6-slot IoT demo with web dashboard + navigation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429768" y="181965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Feasibility: ESP32 + Firebase free tier keeps BOM cost low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55848" y="8503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886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55848" y="1234440"/>
            <a:ext cx="2560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55848" y="130759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FR: detect slot, display filled/empty, navigate to free slot in real-time</a:t>
            </a:r>
            <a:endParaRPr lang="en-US" sz="82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15636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NFR: ≤2s latency, reliable detection, responsive UI, scalable architecture</a:t>
            </a:r>
            <a:endParaRPr lang="en-US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3355848" y="181965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SRS document with use-cases, DFDs, and data flow diagrams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172200" y="77724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8503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739128" y="886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81928" y="1234440"/>
            <a:ext cx="2560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81928" y="130759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4-layer system architecture: Sensor → ESP32 → Firebase → Dashboard</a:t>
            </a:r>
            <a:endParaRPr lang="en-US" sz="82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15636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 schema: /parking/slotN → {status, distance, slot, updated}</a:t>
            </a:r>
            <a:endParaRPr lang="en-US" sz="820" dirty="0"/>
          </a:p>
        </p:txBody>
      </p:sp>
      <p:sp>
        <p:nvSpPr>
          <p:cNvPr id="24" name="Text 22"/>
          <p:cNvSpPr txBox="1"/>
          <p:nvPr/>
        </p:nvSpPr>
        <p:spPr>
          <a:xfrm>
            <a:off x="6281928" y="181965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UI wireframes: zone tabs, card grid, summary bar, directions button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20040" y="2258568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" y="2331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" y="2368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" y="2715768"/>
            <a:ext cx="2560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9768" y="27889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ESP32 C++ firmware: sensor read → median filter → hysteresis → Firebase push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429768" y="30449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Firebase: Realtime DB + Anonymous Auth + regional URL (asia-southeast1)</a:t>
            </a:r>
            <a:endParaRPr lang="en-US" sz="820" dirty="0"/>
          </a:p>
        </p:txBody>
      </p:sp>
      <p:sp>
        <p:nvSpPr>
          <p:cNvPr id="31" name="Text 29"/>
          <p:cNvSpPr txBox="1"/>
          <p:nvPr/>
        </p:nvSpPr>
        <p:spPr>
          <a:xfrm>
            <a:off x="429768" y="33009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 dashboard: Firebase JS SDK listener + zone filter + Maps API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246120" y="2258568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55848" y="2331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3813048" y="2368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55848" y="2715768"/>
            <a:ext cx="2560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55848" y="27889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Unit: individual sensor accuracy tested at 5cm, 12cm, 18cm, 30cm distances</a:t>
            </a:r>
            <a:endParaRPr lang="en-US" sz="820" dirty="0"/>
          </a:p>
        </p:txBody>
      </p:sp>
      <p:sp>
        <p:nvSpPr>
          <p:cNvPr id="37" name="Text 35"/>
          <p:cNvSpPr txBox="1"/>
          <p:nvPr/>
        </p:nvSpPr>
        <p:spPr>
          <a:xfrm>
            <a:off x="3355848" y="30449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Integration: ESP32 → Firebase → dashboard data flow verified end-to-end</a:t>
            </a:r>
            <a:endParaRPr lang="en-US" sz="820" dirty="0"/>
          </a:p>
        </p:txBody>
      </p:sp>
      <p:sp>
        <p:nvSpPr>
          <p:cNvPr id="38" name="Text 36"/>
          <p:cNvSpPr txBox="1"/>
          <p:nvPr/>
        </p:nvSpPr>
        <p:spPr>
          <a:xfrm>
            <a:off x="3355848" y="33009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Functional: slot6 FILLED/empty flip confirmed live on Serial Monitor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172200" y="2258568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81928" y="2331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2368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81928" y="2715768"/>
            <a:ext cx="25603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81928" y="27889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Firmware flashed via Arduino IDE (BOOT-button method, 115200 baud)</a:t>
            </a:r>
            <a:endParaRPr lang="en-US" sz="820" dirty="0"/>
          </a:p>
        </p:txBody>
      </p:sp>
      <p:sp>
        <p:nvSpPr>
          <p:cNvPr id="44" name="Text 42"/>
          <p:cNvSpPr txBox="1"/>
          <p:nvPr/>
        </p:nvSpPr>
        <p:spPr>
          <a:xfrm>
            <a:off x="6281928" y="30449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Dashboard: portable single HTML file — no server or framework required</a:t>
            </a:r>
            <a:endParaRPr lang="en-US" sz="820" dirty="0"/>
          </a:p>
        </p:txBody>
      </p:sp>
      <p:sp>
        <p:nvSpPr>
          <p:cNvPr id="45" name="Text 43"/>
          <p:cNvSpPr txBox="1"/>
          <p:nvPr/>
        </p:nvSpPr>
        <p:spPr>
          <a:xfrm>
            <a:off x="6281928" y="33009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Known gap: DB rules open for dev → restrict to auth!=null for production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Results &amp; Live Demo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0D111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850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⬛  Serial Monitor  —  115200 baud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17043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19:06:18 → Connecting to WiFi: sanathraag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42646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19:06:20 → WiFi connected. IP: 10.126.118.145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68249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19:06:21 → Firebase sign-in OK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93852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19:06:21 → Scanning slots...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19456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19:06:22 →   slot1 → empty   (999 cm)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450592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19:06:24 →   slot2 → empty   (999 cm)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706624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19:10:41 →   slot6 → FILLED  (0 cm)  ←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962656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19:10:44 →   slot6 → empty   (999 cm)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218688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19:11:00 → Scanning slots...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3474720"/>
            <a:ext cx="4005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19:11:01 →   slot1 → empty   (999 cm)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Project Milestones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1978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114300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CP2102 driver installed → COM11 detected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5453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149047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library compiled — 91% flash used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8928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183794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WiFi connected, real IP assigned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2402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18541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sign-in OK (Anonymous Auth)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877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253288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data live in Firebase Realtime DB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93522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288036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slot6 FILLED/empty detection proven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2826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322783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filter + Maps directions working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63016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92040" y="357530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demo-ready for madam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Conclusion &amp; Future Work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612648"/>
            <a:ext cx="83210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503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Delivered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End-to-end IoT system: physical sensor → cloud → live dashboard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361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Reliable detection: median filter + hysteresis eliminates false reads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8366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Zone-based slot finder with Google Maps turn-by-turn navigation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3113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Full SDLC coverage: planning → requirements → design → test → deploy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777240"/>
            <a:ext cx="3154680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850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1188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React Native Android APK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536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Computer vision (camera-based)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188366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Slot pre-booking + payment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23113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Multi-floor parking support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98064"/>
            <a:ext cx="5166360" cy="804672"/>
          </a:xfrm>
          <a:prstGeom prst="roundRect">
            <a:avLst>
              <a:gd name="adj" fmla="val 11364"/>
            </a:avLst>
          </a:prstGeom>
          <a:solidFill>
            <a:srgbClr val="0C0E14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5292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Known Limitations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9067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rules open (read/write: true) → restrict to auth!=null before production deployment.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HC-SR04 affected by temperature/humidity outdoors → use weatherproof sensors for real parking lots.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69280" y="2798064"/>
            <a:ext cx="3154680" cy="804672"/>
          </a:xfrm>
          <a:prstGeom prst="roundRect">
            <a:avLst>
              <a:gd name="adj" fmla="val 11364"/>
            </a:avLst>
          </a:prstGeom>
          <a:solidFill>
            <a:srgbClr val="0D1B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28529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Used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09067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 ·  HC-SR04  ·  Arduino 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RTDB  ·  HTML / JavaScript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 Directions API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490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🙏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1679</Words>
  <Application>Microsoft Office PowerPoint</Application>
  <PresentationFormat>On-screen Show (16:9)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Koppula Sanathraag</cp:lastModifiedBy>
  <cp:revision>2</cp:revision>
  <dcterms:created xsi:type="dcterms:W3CDTF">2026-09-17T06:41:17Z</dcterms:created>
  <dcterms:modified xsi:type="dcterms:W3CDTF">2026-09-17T07:40:09Z</dcterms:modified>
</cp:coreProperties>
</file>